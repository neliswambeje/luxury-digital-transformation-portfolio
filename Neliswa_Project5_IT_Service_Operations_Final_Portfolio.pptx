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F5D0E-29C8-4DEE-9142-03418E93D82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6FFB64C-221C-4C00-816A-1DBD506AE6A9}" type="pres">
      <dgm:prSet presAssocID="{FE3F5D0E-29C8-4DEE-9142-03418E93D82B}" presName="linearFlow" presStyleCnt="0">
        <dgm:presLayoutVars>
          <dgm:resizeHandles val="exact"/>
        </dgm:presLayoutVars>
      </dgm:prSet>
      <dgm:spPr/>
    </dgm:pt>
  </dgm:ptLst>
  <dgm:cxnLst>
    <dgm:cxn modelId="{3EA68011-AA96-498E-8E42-1C084BE8A097}" type="presOf" srcId="{FE3F5D0E-29C8-4DEE-9142-03418E93D82B}" destId="{76FFB64C-221C-4C00-816A-1DBD506AE6A9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6F02E9-3B6B-4AD0-8298-D36258235B2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37030F9-F68C-4735-B66C-3885C9011CFE}">
      <dgm:prSet/>
      <dgm:spPr/>
      <dgm:t>
        <a:bodyPr/>
        <a:lstStyle/>
        <a:p>
          <a:pPr>
            <a:buNone/>
          </a:pPr>
          <a:r>
            <a:rPr lang="en-US" dirty="0"/>
            <a:t>1️⃣</a:t>
          </a:r>
          <a:r>
            <a:rPr lang="en-US" b="1" dirty="0"/>
            <a:t>Incident Logged</a:t>
          </a:r>
        </a:p>
      </dgm:t>
    </dgm:pt>
    <dgm:pt modelId="{0206B7F6-15E2-4C1B-A0D4-47324809BFA5}" type="parTrans" cxnId="{564207EF-E8A4-4E7E-9DAC-6EA54D770ADB}">
      <dgm:prSet/>
      <dgm:spPr/>
      <dgm:t>
        <a:bodyPr/>
        <a:lstStyle/>
        <a:p>
          <a:endParaRPr lang="en-GB"/>
        </a:p>
      </dgm:t>
    </dgm:pt>
    <dgm:pt modelId="{DBEC4BD6-6958-4948-B582-45859CB8ADBD}" type="sibTrans" cxnId="{564207EF-E8A4-4E7E-9DAC-6EA54D770ADB}">
      <dgm:prSet/>
      <dgm:spPr/>
      <dgm:t>
        <a:bodyPr/>
        <a:lstStyle/>
        <a:p>
          <a:endParaRPr lang="en-GB"/>
        </a:p>
      </dgm:t>
    </dgm:pt>
    <dgm:pt modelId="{98410F29-D3B8-4136-A326-9751D32D300D}">
      <dgm:prSet/>
      <dgm:spPr/>
      <dgm:t>
        <a:bodyPr/>
        <a:lstStyle/>
        <a:p>
          <a:pPr>
            <a:buNone/>
          </a:pPr>
          <a:r>
            <a:rPr lang="en-US"/>
            <a:t>• Ticket created</a:t>
          </a:r>
          <a:br>
            <a:rPr lang="en-US"/>
          </a:br>
          <a:r>
            <a:rPr lang="en-US"/>
            <a:t>• SLA timer starts</a:t>
          </a:r>
        </a:p>
      </dgm:t>
    </dgm:pt>
    <dgm:pt modelId="{B49EF662-D130-4444-A687-88FC4523C269}" type="parTrans" cxnId="{2FE145DE-DC01-4335-B96B-7073670FF097}">
      <dgm:prSet/>
      <dgm:spPr/>
      <dgm:t>
        <a:bodyPr/>
        <a:lstStyle/>
        <a:p>
          <a:endParaRPr lang="en-GB"/>
        </a:p>
      </dgm:t>
    </dgm:pt>
    <dgm:pt modelId="{9092F199-E7FE-4216-BD2B-96F222A9EC01}" type="sibTrans" cxnId="{2FE145DE-DC01-4335-B96B-7073670FF097}">
      <dgm:prSet/>
      <dgm:spPr/>
      <dgm:t>
        <a:bodyPr/>
        <a:lstStyle/>
        <a:p>
          <a:endParaRPr lang="en-GB"/>
        </a:p>
      </dgm:t>
    </dgm:pt>
    <dgm:pt modelId="{1A929795-5CA2-4204-9EAF-BE237EAF883C}">
      <dgm:prSet/>
      <dgm:spPr/>
      <dgm:t>
        <a:bodyPr/>
        <a:lstStyle/>
        <a:p>
          <a:pPr>
            <a:buNone/>
          </a:pPr>
          <a:r>
            <a:rPr lang="en-US" b="1"/>
            <a:t>2️⃣ Tier 1 Support</a:t>
          </a:r>
        </a:p>
      </dgm:t>
    </dgm:pt>
    <dgm:pt modelId="{FED920B4-4742-4650-B6A5-040D3AE9BB90}" type="parTrans" cxnId="{2CE8747D-17F0-4DD9-A477-7872515A2E59}">
      <dgm:prSet/>
      <dgm:spPr/>
      <dgm:t>
        <a:bodyPr/>
        <a:lstStyle/>
        <a:p>
          <a:endParaRPr lang="en-GB"/>
        </a:p>
      </dgm:t>
    </dgm:pt>
    <dgm:pt modelId="{28BC73B7-1302-4D99-8AFE-3672DF822321}" type="sibTrans" cxnId="{2CE8747D-17F0-4DD9-A477-7872515A2E59}">
      <dgm:prSet/>
      <dgm:spPr/>
      <dgm:t>
        <a:bodyPr/>
        <a:lstStyle/>
        <a:p>
          <a:endParaRPr lang="en-GB"/>
        </a:p>
      </dgm:t>
    </dgm:pt>
    <dgm:pt modelId="{4A82833C-3BD3-4E82-BEB6-9983C9D4D338}">
      <dgm:prSet/>
      <dgm:spPr/>
      <dgm:t>
        <a:bodyPr/>
        <a:lstStyle/>
        <a:p>
          <a:pPr>
            <a:buNone/>
          </a:pPr>
          <a:r>
            <a:rPr lang="en-US"/>
            <a:t>• Initial triage</a:t>
          </a:r>
          <a:br>
            <a:rPr lang="en-US"/>
          </a:br>
          <a:r>
            <a:rPr lang="en-US"/>
            <a:t>• Basic troubleshooting</a:t>
          </a:r>
          <a:br>
            <a:rPr lang="en-US"/>
          </a:br>
          <a:r>
            <a:rPr lang="en-US"/>
            <a:t>• Resolution attempt</a:t>
          </a:r>
        </a:p>
      </dgm:t>
    </dgm:pt>
    <dgm:pt modelId="{BB098AD3-AF08-45E0-978A-2CCB4A13EC9D}" type="parTrans" cxnId="{277FF234-6DD6-48B9-9D40-6BEF04306A14}">
      <dgm:prSet/>
      <dgm:spPr/>
      <dgm:t>
        <a:bodyPr/>
        <a:lstStyle/>
        <a:p>
          <a:endParaRPr lang="en-GB"/>
        </a:p>
      </dgm:t>
    </dgm:pt>
    <dgm:pt modelId="{6A20B019-095A-4667-845E-DB781B8A4FA8}" type="sibTrans" cxnId="{277FF234-6DD6-48B9-9D40-6BEF04306A14}">
      <dgm:prSet/>
      <dgm:spPr/>
      <dgm:t>
        <a:bodyPr/>
        <a:lstStyle/>
        <a:p>
          <a:endParaRPr lang="en-GB"/>
        </a:p>
      </dgm:t>
    </dgm:pt>
    <dgm:pt modelId="{1B3CAA77-030A-40DD-9756-262127669340}">
      <dgm:prSet/>
      <dgm:spPr/>
      <dgm:t>
        <a:bodyPr/>
        <a:lstStyle/>
        <a:p>
          <a:pPr>
            <a:buNone/>
          </a:pPr>
          <a:r>
            <a:rPr lang="fr-FR" b="1"/>
            <a:t>3️⃣ Tier 2 Escalation (Conditional)</a:t>
          </a:r>
        </a:p>
      </dgm:t>
    </dgm:pt>
    <dgm:pt modelId="{003C0291-35DC-4586-93DF-F629F6F0FDB3}" type="parTrans" cxnId="{B04FE2DE-3AAA-49FE-BB4B-17F904D57F4A}">
      <dgm:prSet/>
      <dgm:spPr/>
      <dgm:t>
        <a:bodyPr/>
        <a:lstStyle/>
        <a:p>
          <a:endParaRPr lang="en-GB"/>
        </a:p>
      </dgm:t>
    </dgm:pt>
    <dgm:pt modelId="{4CFBDFF4-ADAE-45DC-A4EA-2A2D82E1D762}" type="sibTrans" cxnId="{B04FE2DE-3AAA-49FE-BB4B-17F904D57F4A}">
      <dgm:prSet/>
      <dgm:spPr/>
      <dgm:t>
        <a:bodyPr/>
        <a:lstStyle/>
        <a:p>
          <a:endParaRPr lang="en-GB"/>
        </a:p>
      </dgm:t>
    </dgm:pt>
    <dgm:pt modelId="{2A80705B-0F0C-45F7-90D8-480221DF130D}">
      <dgm:prSet/>
      <dgm:spPr/>
      <dgm:t>
        <a:bodyPr/>
        <a:lstStyle/>
        <a:p>
          <a:pPr>
            <a:buNone/>
          </a:pPr>
          <a:r>
            <a:rPr lang="en-US"/>
            <a:t>• Technical investigation</a:t>
          </a:r>
          <a:br>
            <a:rPr lang="en-US"/>
          </a:br>
          <a:r>
            <a:rPr lang="en-US"/>
            <a:t>• Root cause analysis</a:t>
          </a:r>
          <a:br>
            <a:rPr lang="en-US"/>
          </a:br>
          <a:r>
            <a:rPr lang="en-US"/>
            <a:t>• Cross-team collaboration</a:t>
          </a:r>
        </a:p>
      </dgm:t>
    </dgm:pt>
    <dgm:pt modelId="{2C195AFD-36F6-48C4-9349-666550E36B42}" type="parTrans" cxnId="{50436CC1-CD45-4407-9409-5378C1CB8AC5}">
      <dgm:prSet/>
      <dgm:spPr/>
      <dgm:t>
        <a:bodyPr/>
        <a:lstStyle/>
        <a:p>
          <a:endParaRPr lang="en-GB"/>
        </a:p>
      </dgm:t>
    </dgm:pt>
    <dgm:pt modelId="{503C6A14-6F3E-4B9C-BAF2-69B139415BEE}" type="sibTrans" cxnId="{50436CC1-CD45-4407-9409-5378C1CB8AC5}">
      <dgm:prSet/>
      <dgm:spPr/>
      <dgm:t>
        <a:bodyPr/>
        <a:lstStyle/>
        <a:p>
          <a:endParaRPr lang="en-GB"/>
        </a:p>
      </dgm:t>
    </dgm:pt>
    <dgm:pt modelId="{3D8005FC-2C98-42F7-8A6A-60B5DC2766B3}">
      <dgm:prSet/>
      <dgm:spPr/>
      <dgm:t>
        <a:bodyPr/>
        <a:lstStyle/>
        <a:p>
          <a:pPr>
            <a:buNone/>
          </a:pPr>
          <a:r>
            <a:rPr lang="en-US" b="1"/>
            <a:t>4️⃣ Service Owner Review (If SLA Breach Risk)</a:t>
          </a:r>
        </a:p>
      </dgm:t>
    </dgm:pt>
    <dgm:pt modelId="{7549C07D-BDFE-4744-ABB7-E7AE82B12A96}" type="parTrans" cxnId="{0F472A0C-4B15-4352-8513-FBFC9A776956}">
      <dgm:prSet/>
      <dgm:spPr/>
      <dgm:t>
        <a:bodyPr/>
        <a:lstStyle/>
        <a:p>
          <a:endParaRPr lang="en-GB"/>
        </a:p>
      </dgm:t>
    </dgm:pt>
    <dgm:pt modelId="{95882092-B666-4D5C-BC02-539E37083F9B}" type="sibTrans" cxnId="{0F472A0C-4B15-4352-8513-FBFC9A776956}">
      <dgm:prSet/>
      <dgm:spPr/>
      <dgm:t>
        <a:bodyPr/>
        <a:lstStyle/>
        <a:p>
          <a:endParaRPr lang="en-GB"/>
        </a:p>
      </dgm:t>
    </dgm:pt>
    <dgm:pt modelId="{B7EED3B6-8E63-495A-A971-7E95721294B5}">
      <dgm:prSet/>
      <dgm:spPr/>
      <dgm:t>
        <a:bodyPr/>
        <a:lstStyle/>
        <a:p>
          <a:pPr>
            <a:buNone/>
          </a:pPr>
          <a:r>
            <a:rPr lang="en-US" dirty="0"/>
            <a:t>• Risk evaluation</a:t>
          </a:r>
          <a:br>
            <a:rPr lang="en-US" dirty="0"/>
          </a:br>
          <a:r>
            <a:rPr lang="en-US" dirty="0"/>
            <a:t>• Mitigation plan</a:t>
          </a:r>
          <a:br>
            <a:rPr lang="en-US" dirty="0"/>
          </a:br>
          <a:r>
            <a:rPr lang="en-US" dirty="0"/>
            <a:t>• Resource reallocation</a:t>
          </a:r>
        </a:p>
      </dgm:t>
    </dgm:pt>
    <dgm:pt modelId="{57D40969-6774-41A5-9D69-8FC9769F9190}" type="parTrans" cxnId="{7CE166FA-67D9-4FC7-A92C-00B6B885F553}">
      <dgm:prSet/>
      <dgm:spPr/>
      <dgm:t>
        <a:bodyPr/>
        <a:lstStyle/>
        <a:p>
          <a:endParaRPr lang="en-GB"/>
        </a:p>
      </dgm:t>
    </dgm:pt>
    <dgm:pt modelId="{E5E723AA-6F77-4DA8-AFA7-D0BF81D8CE58}" type="sibTrans" cxnId="{7CE166FA-67D9-4FC7-A92C-00B6B885F553}">
      <dgm:prSet/>
      <dgm:spPr/>
      <dgm:t>
        <a:bodyPr/>
        <a:lstStyle/>
        <a:p>
          <a:endParaRPr lang="en-GB"/>
        </a:p>
      </dgm:t>
    </dgm:pt>
    <dgm:pt modelId="{871BD7DC-156D-425F-AE30-8F94C72E40BF}">
      <dgm:prSet/>
      <dgm:spPr/>
      <dgm:t>
        <a:bodyPr/>
        <a:lstStyle/>
        <a:p>
          <a:pPr>
            <a:buNone/>
          </a:pPr>
          <a:r>
            <a:rPr lang="en-US" b="1"/>
            <a:t>5️⃣ Executive Escalation (Critical Risk)</a:t>
          </a:r>
        </a:p>
      </dgm:t>
    </dgm:pt>
    <dgm:pt modelId="{C5ECDD98-36C8-423F-9E3E-ED2597152052}" type="parTrans" cxnId="{A10AB58B-A620-491B-AFF4-95C79E51387A}">
      <dgm:prSet/>
      <dgm:spPr/>
      <dgm:t>
        <a:bodyPr/>
        <a:lstStyle/>
        <a:p>
          <a:endParaRPr lang="en-GB"/>
        </a:p>
      </dgm:t>
    </dgm:pt>
    <dgm:pt modelId="{090AE32A-6653-46A6-9AD1-779CE65097FA}" type="sibTrans" cxnId="{A10AB58B-A620-491B-AFF4-95C79E51387A}">
      <dgm:prSet/>
      <dgm:spPr/>
      <dgm:t>
        <a:bodyPr/>
        <a:lstStyle/>
        <a:p>
          <a:endParaRPr lang="en-GB"/>
        </a:p>
      </dgm:t>
    </dgm:pt>
    <dgm:pt modelId="{A73071E8-FAC3-4CD0-9FDC-67F9D5F8F2A3}">
      <dgm:prSet/>
      <dgm:spPr/>
      <dgm:t>
        <a:bodyPr/>
        <a:lstStyle/>
        <a:p>
          <a:pPr>
            <a:buNone/>
          </a:pPr>
          <a:r>
            <a:rPr lang="en-US"/>
            <a:t>• Business impact review</a:t>
          </a:r>
          <a:br>
            <a:rPr lang="en-US"/>
          </a:br>
          <a:r>
            <a:rPr lang="en-US"/>
            <a:t>• Client communication</a:t>
          </a:r>
          <a:br>
            <a:rPr lang="en-US"/>
          </a:br>
          <a:r>
            <a:rPr lang="en-US"/>
            <a:t>• Executive decision</a:t>
          </a:r>
        </a:p>
      </dgm:t>
    </dgm:pt>
    <dgm:pt modelId="{CFCB9980-F907-46D3-A928-B17B645FB5C0}" type="parTrans" cxnId="{A00DA1AE-B0BE-47E5-BE5E-D6F4DAF6C816}">
      <dgm:prSet/>
      <dgm:spPr/>
      <dgm:t>
        <a:bodyPr/>
        <a:lstStyle/>
        <a:p>
          <a:endParaRPr lang="en-GB"/>
        </a:p>
      </dgm:t>
    </dgm:pt>
    <dgm:pt modelId="{E5CC6891-69C3-4D49-9AC3-DCFFBD22E139}" type="sibTrans" cxnId="{A00DA1AE-B0BE-47E5-BE5E-D6F4DAF6C816}">
      <dgm:prSet/>
      <dgm:spPr/>
      <dgm:t>
        <a:bodyPr/>
        <a:lstStyle/>
        <a:p>
          <a:endParaRPr lang="en-GB"/>
        </a:p>
      </dgm:t>
    </dgm:pt>
    <dgm:pt modelId="{A743BD0D-880A-4661-82D7-9FA5FB84448F}" type="pres">
      <dgm:prSet presAssocID="{B86F02E9-3B6B-4AD0-8298-D36258235B28}" presName="Name0" presStyleCnt="0">
        <dgm:presLayoutVars>
          <dgm:dir/>
          <dgm:resizeHandles val="exact"/>
        </dgm:presLayoutVars>
      </dgm:prSet>
      <dgm:spPr/>
    </dgm:pt>
    <dgm:pt modelId="{4A232955-B45B-4DA2-85FC-06BCFC5D49A5}" type="pres">
      <dgm:prSet presAssocID="{337030F9-F68C-4735-B66C-3885C9011CFE}" presName="node" presStyleLbl="node1" presStyleIdx="0" presStyleCnt="10" custLinFactNeighborY="-1280">
        <dgm:presLayoutVars>
          <dgm:bulletEnabled val="1"/>
        </dgm:presLayoutVars>
      </dgm:prSet>
      <dgm:spPr/>
    </dgm:pt>
    <dgm:pt modelId="{947A6901-C80A-4862-8416-E0149DA49B5B}" type="pres">
      <dgm:prSet presAssocID="{DBEC4BD6-6958-4948-B582-45859CB8ADBD}" presName="sibTrans" presStyleLbl="sibTrans1D1" presStyleIdx="0" presStyleCnt="9"/>
      <dgm:spPr/>
    </dgm:pt>
    <dgm:pt modelId="{84DCC500-A7F0-43C4-82AE-52F91089B966}" type="pres">
      <dgm:prSet presAssocID="{DBEC4BD6-6958-4948-B582-45859CB8ADBD}" presName="connectorText" presStyleLbl="sibTrans1D1" presStyleIdx="0" presStyleCnt="9"/>
      <dgm:spPr/>
    </dgm:pt>
    <dgm:pt modelId="{9555CE02-3E03-4551-9226-B248FCA4701A}" type="pres">
      <dgm:prSet presAssocID="{98410F29-D3B8-4136-A326-9751D32D300D}" presName="node" presStyleLbl="node1" presStyleIdx="1" presStyleCnt="10">
        <dgm:presLayoutVars>
          <dgm:bulletEnabled val="1"/>
        </dgm:presLayoutVars>
      </dgm:prSet>
      <dgm:spPr/>
    </dgm:pt>
    <dgm:pt modelId="{DD811F44-C8D5-426B-84EB-0C0CF6237749}" type="pres">
      <dgm:prSet presAssocID="{9092F199-E7FE-4216-BD2B-96F222A9EC01}" presName="sibTrans" presStyleLbl="sibTrans1D1" presStyleIdx="1" presStyleCnt="9"/>
      <dgm:spPr/>
    </dgm:pt>
    <dgm:pt modelId="{6BE166EA-89F9-4B0D-BC7A-40B0F9447A19}" type="pres">
      <dgm:prSet presAssocID="{9092F199-E7FE-4216-BD2B-96F222A9EC01}" presName="connectorText" presStyleLbl="sibTrans1D1" presStyleIdx="1" presStyleCnt="9"/>
      <dgm:spPr/>
    </dgm:pt>
    <dgm:pt modelId="{44C28D21-B151-42FB-BEE8-CE84E1E32C3B}" type="pres">
      <dgm:prSet presAssocID="{1A929795-5CA2-4204-9EAF-BE237EAF883C}" presName="node" presStyleLbl="node1" presStyleIdx="2" presStyleCnt="10">
        <dgm:presLayoutVars>
          <dgm:bulletEnabled val="1"/>
        </dgm:presLayoutVars>
      </dgm:prSet>
      <dgm:spPr/>
    </dgm:pt>
    <dgm:pt modelId="{14466B8C-320D-47E3-BC88-6BC53F1BD8D5}" type="pres">
      <dgm:prSet presAssocID="{28BC73B7-1302-4D99-8AFE-3672DF822321}" presName="sibTrans" presStyleLbl="sibTrans1D1" presStyleIdx="2" presStyleCnt="9"/>
      <dgm:spPr/>
    </dgm:pt>
    <dgm:pt modelId="{FE98FDB6-FFD1-4BD1-BDB0-3718E35E494F}" type="pres">
      <dgm:prSet presAssocID="{28BC73B7-1302-4D99-8AFE-3672DF822321}" presName="connectorText" presStyleLbl="sibTrans1D1" presStyleIdx="2" presStyleCnt="9"/>
      <dgm:spPr/>
    </dgm:pt>
    <dgm:pt modelId="{D4544A8B-EA0E-47E1-88C4-5621CA8EEC66}" type="pres">
      <dgm:prSet presAssocID="{4A82833C-3BD3-4E82-BEB6-9983C9D4D338}" presName="node" presStyleLbl="node1" presStyleIdx="3" presStyleCnt="10">
        <dgm:presLayoutVars>
          <dgm:bulletEnabled val="1"/>
        </dgm:presLayoutVars>
      </dgm:prSet>
      <dgm:spPr/>
    </dgm:pt>
    <dgm:pt modelId="{084B4EE4-0363-4EF2-B213-2BBCB68D8937}" type="pres">
      <dgm:prSet presAssocID="{6A20B019-095A-4667-845E-DB781B8A4FA8}" presName="sibTrans" presStyleLbl="sibTrans1D1" presStyleIdx="3" presStyleCnt="9"/>
      <dgm:spPr/>
    </dgm:pt>
    <dgm:pt modelId="{1E4C5C23-69CC-4B58-995D-51A855B8871C}" type="pres">
      <dgm:prSet presAssocID="{6A20B019-095A-4667-845E-DB781B8A4FA8}" presName="connectorText" presStyleLbl="sibTrans1D1" presStyleIdx="3" presStyleCnt="9"/>
      <dgm:spPr/>
    </dgm:pt>
    <dgm:pt modelId="{C9ADA95E-EC51-4807-AC5F-8EE7F7D833FB}" type="pres">
      <dgm:prSet presAssocID="{1B3CAA77-030A-40DD-9756-262127669340}" presName="node" presStyleLbl="node1" presStyleIdx="4" presStyleCnt="10">
        <dgm:presLayoutVars>
          <dgm:bulletEnabled val="1"/>
        </dgm:presLayoutVars>
      </dgm:prSet>
      <dgm:spPr/>
    </dgm:pt>
    <dgm:pt modelId="{A2ABFE64-BA48-40F5-A64E-6553CC0FC0FE}" type="pres">
      <dgm:prSet presAssocID="{4CFBDFF4-ADAE-45DC-A4EA-2A2D82E1D762}" presName="sibTrans" presStyleLbl="sibTrans1D1" presStyleIdx="4" presStyleCnt="9"/>
      <dgm:spPr/>
    </dgm:pt>
    <dgm:pt modelId="{6AAC7F78-D8C3-4404-BC32-7C66AD8B7A50}" type="pres">
      <dgm:prSet presAssocID="{4CFBDFF4-ADAE-45DC-A4EA-2A2D82E1D762}" presName="connectorText" presStyleLbl="sibTrans1D1" presStyleIdx="4" presStyleCnt="9"/>
      <dgm:spPr/>
    </dgm:pt>
    <dgm:pt modelId="{0103EA47-51AB-43BF-B9B9-7C29B2BA4DD5}" type="pres">
      <dgm:prSet presAssocID="{2A80705B-0F0C-45F7-90D8-480221DF130D}" presName="node" presStyleLbl="node1" presStyleIdx="5" presStyleCnt="10">
        <dgm:presLayoutVars>
          <dgm:bulletEnabled val="1"/>
        </dgm:presLayoutVars>
      </dgm:prSet>
      <dgm:spPr/>
    </dgm:pt>
    <dgm:pt modelId="{9826F555-18B8-49AA-8FCB-3B4F16A56FA7}" type="pres">
      <dgm:prSet presAssocID="{503C6A14-6F3E-4B9C-BAF2-69B139415BEE}" presName="sibTrans" presStyleLbl="sibTrans1D1" presStyleIdx="5" presStyleCnt="9"/>
      <dgm:spPr/>
    </dgm:pt>
    <dgm:pt modelId="{6067FB78-3904-4566-9F8F-8CB4AA5CCB60}" type="pres">
      <dgm:prSet presAssocID="{503C6A14-6F3E-4B9C-BAF2-69B139415BEE}" presName="connectorText" presStyleLbl="sibTrans1D1" presStyleIdx="5" presStyleCnt="9"/>
      <dgm:spPr/>
    </dgm:pt>
    <dgm:pt modelId="{4C33C112-E0F2-4F45-97A7-6CD171303112}" type="pres">
      <dgm:prSet presAssocID="{3D8005FC-2C98-42F7-8A6A-60B5DC2766B3}" presName="node" presStyleLbl="node1" presStyleIdx="6" presStyleCnt="10">
        <dgm:presLayoutVars>
          <dgm:bulletEnabled val="1"/>
        </dgm:presLayoutVars>
      </dgm:prSet>
      <dgm:spPr/>
    </dgm:pt>
    <dgm:pt modelId="{8518B3AC-77EF-4A24-A847-534E3ECD7ADF}" type="pres">
      <dgm:prSet presAssocID="{95882092-B666-4D5C-BC02-539E37083F9B}" presName="sibTrans" presStyleLbl="sibTrans1D1" presStyleIdx="6" presStyleCnt="9"/>
      <dgm:spPr/>
    </dgm:pt>
    <dgm:pt modelId="{7AD4D041-CEC2-47DA-A97E-AF9946D68033}" type="pres">
      <dgm:prSet presAssocID="{95882092-B666-4D5C-BC02-539E37083F9B}" presName="connectorText" presStyleLbl="sibTrans1D1" presStyleIdx="6" presStyleCnt="9"/>
      <dgm:spPr/>
    </dgm:pt>
    <dgm:pt modelId="{4C24D14B-4CA5-4F34-ABB6-A4C89CCBA105}" type="pres">
      <dgm:prSet presAssocID="{B7EED3B6-8E63-495A-A971-7E95721294B5}" presName="node" presStyleLbl="node1" presStyleIdx="7" presStyleCnt="10">
        <dgm:presLayoutVars>
          <dgm:bulletEnabled val="1"/>
        </dgm:presLayoutVars>
      </dgm:prSet>
      <dgm:spPr/>
    </dgm:pt>
    <dgm:pt modelId="{E520DC98-E7EE-4280-B39B-1680B6874D78}" type="pres">
      <dgm:prSet presAssocID="{E5E723AA-6F77-4DA8-AFA7-D0BF81D8CE58}" presName="sibTrans" presStyleLbl="sibTrans1D1" presStyleIdx="7" presStyleCnt="9"/>
      <dgm:spPr/>
    </dgm:pt>
    <dgm:pt modelId="{9CEEAC38-77B1-40C1-AEF1-C217464EA924}" type="pres">
      <dgm:prSet presAssocID="{E5E723AA-6F77-4DA8-AFA7-D0BF81D8CE58}" presName="connectorText" presStyleLbl="sibTrans1D1" presStyleIdx="7" presStyleCnt="9"/>
      <dgm:spPr/>
    </dgm:pt>
    <dgm:pt modelId="{AD8BE99C-0BB4-4C2C-A7F3-BEE4D9FE3974}" type="pres">
      <dgm:prSet presAssocID="{871BD7DC-156D-425F-AE30-8F94C72E40BF}" presName="node" presStyleLbl="node1" presStyleIdx="8" presStyleCnt="10">
        <dgm:presLayoutVars>
          <dgm:bulletEnabled val="1"/>
        </dgm:presLayoutVars>
      </dgm:prSet>
      <dgm:spPr/>
    </dgm:pt>
    <dgm:pt modelId="{7832865F-4154-488A-9E88-B6E0FE9B943D}" type="pres">
      <dgm:prSet presAssocID="{090AE32A-6653-46A6-9AD1-779CE65097FA}" presName="sibTrans" presStyleLbl="sibTrans1D1" presStyleIdx="8" presStyleCnt="9"/>
      <dgm:spPr/>
    </dgm:pt>
    <dgm:pt modelId="{7759DDFC-B9ED-40B6-A6F4-BC202B527A7B}" type="pres">
      <dgm:prSet presAssocID="{090AE32A-6653-46A6-9AD1-779CE65097FA}" presName="connectorText" presStyleLbl="sibTrans1D1" presStyleIdx="8" presStyleCnt="9"/>
      <dgm:spPr/>
    </dgm:pt>
    <dgm:pt modelId="{FDC7A64C-AEFB-4A03-9235-B85346B650DB}" type="pres">
      <dgm:prSet presAssocID="{A73071E8-FAC3-4CD0-9FDC-67F9D5F8F2A3}" presName="node" presStyleLbl="node1" presStyleIdx="9" presStyleCnt="10">
        <dgm:presLayoutVars>
          <dgm:bulletEnabled val="1"/>
        </dgm:presLayoutVars>
      </dgm:prSet>
      <dgm:spPr/>
    </dgm:pt>
  </dgm:ptLst>
  <dgm:cxnLst>
    <dgm:cxn modelId="{8FECF701-67E7-4644-B641-FA67B327B3FE}" type="presOf" srcId="{503C6A14-6F3E-4B9C-BAF2-69B139415BEE}" destId="{6067FB78-3904-4566-9F8F-8CB4AA5CCB60}" srcOrd="1" destOrd="0" presId="urn:microsoft.com/office/officeart/2005/8/layout/bProcess3"/>
    <dgm:cxn modelId="{FDDE3004-4099-478E-B15E-84710882B012}" type="presOf" srcId="{95882092-B666-4D5C-BC02-539E37083F9B}" destId="{8518B3AC-77EF-4A24-A847-534E3ECD7ADF}" srcOrd="0" destOrd="0" presId="urn:microsoft.com/office/officeart/2005/8/layout/bProcess3"/>
    <dgm:cxn modelId="{B11E0D06-F1EE-43B6-86D3-10B490E250B5}" type="presOf" srcId="{4A82833C-3BD3-4E82-BEB6-9983C9D4D338}" destId="{D4544A8B-EA0E-47E1-88C4-5621CA8EEC66}" srcOrd="0" destOrd="0" presId="urn:microsoft.com/office/officeart/2005/8/layout/bProcess3"/>
    <dgm:cxn modelId="{0F472A0C-4B15-4352-8513-FBFC9A776956}" srcId="{B86F02E9-3B6B-4AD0-8298-D36258235B28}" destId="{3D8005FC-2C98-42F7-8A6A-60B5DC2766B3}" srcOrd="6" destOrd="0" parTransId="{7549C07D-BDFE-4744-ABB7-E7AE82B12A96}" sibTransId="{95882092-B666-4D5C-BC02-539E37083F9B}"/>
    <dgm:cxn modelId="{4ACF7510-8059-4F24-A561-9195420DA811}" type="presOf" srcId="{1A929795-5CA2-4204-9EAF-BE237EAF883C}" destId="{44C28D21-B151-42FB-BEE8-CE84E1E32C3B}" srcOrd="0" destOrd="0" presId="urn:microsoft.com/office/officeart/2005/8/layout/bProcess3"/>
    <dgm:cxn modelId="{A69DA913-16D6-48F2-B628-D62D66DF2CA3}" type="presOf" srcId="{28BC73B7-1302-4D99-8AFE-3672DF822321}" destId="{14466B8C-320D-47E3-BC88-6BC53F1BD8D5}" srcOrd="0" destOrd="0" presId="urn:microsoft.com/office/officeart/2005/8/layout/bProcess3"/>
    <dgm:cxn modelId="{787B7518-CF01-4536-B94B-231E965F12DD}" type="presOf" srcId="{28BC73B7-1302-4D99-8AFE-3672DF822321}" destId="{FE98FDB6-FFD1-4BD1-BDB0-3718E35E494F}" srcOrd="1" destOrd="0" presId="urn:microsoft.com/office/officeart/2005/8/layout/bProcess3"/>
    <dgm:cxn modelId="{832B8D2D-5908-4BC0-BDDA-C4908B13AC0F}" type="presOf" srcId="{337030F9-F68C-4735-B66C-3885C9011CFE}" destId="{4A232955-B45B-4DA2-85FC-06BCFC5D49A5}" srcOrd="0" destOrd="0" presId="urn:microsoft.com/office/officeart/2005/8/layout/bProcess3"/>
    <dgm:cxn modelId="{277FF234-6DD6-48B9-9D40-6BEF04306A14}" srcId="{B86F02E9-3B6B-4AD0-8298-D36258235B28}" destId="{4A82833C-3BD3-4E82-BEB6-9983C9D4D338}" srcOrd="3" destOrd="0" parTransId="{BB098AD3-AF08-45E0-978A-2CCB4A13EC9D}" sibTransId="{6A20B019-095A-4667-845E-DB781B8A4FA8}"/>
    <dgm:cxn modelId="{92E8AF35-3B92-4873-9764-E7200295009D}" type="presOf" srcId="{9092F199-E7FE-4216-BD2B-96F222A9EC01}" destId="{DD811F44-C8D5-426B-84EB-0C0CF6237749}" srcOrd="0" destOrd="0" presId="urn:microsoft.com/office/officeart/2005/8/layout/bProcess3"/>
    <dgm:cxn modelId="{03893B3E-0CAE-42C2-846C-511C4D7F2256}" type="presOf" srcId="{2A80705B-0F0C-45F7-90D8-480221DF130D}" destId="{0103EA47-51AB-43BF-B9B9-7C29B2BA4DD5}" srcOrd="0" destOrd="0" presId="urn:microsoft.com/office/officeart/2005/8/layout/bProcess3"/>
    <dgm:cxn modelId="{CD7A875B-CC24-4611-8520-10909B38AD3B}" type="presOf" srcId="{3D8005FC-2C98-42F7-8A6A-60B5DC2766B3}" destId="{4C33C112-E0F2-4F45-97A7-6CD171303112}" srcOrd="0" destOrd="0" presId="urn:microsoft.com/office/officeart/2005/8/layout/bProcess3"/>
    <dgm:cxn modelId="{B816E244-45F7-43A4-9A51-EBF5D61C77F2}" type="presOf" srcId="{503C6A14-6F3E-4B9C-BAF2-69B139415BEE}" destId="{9826F555-18B8-49AA-8FCB-3B4F16A56FA7}" srcOrd="0" destOrd="0" presId="urn:microsoft.com/office/officeart/2005/8/layout/bProcess3"/>
    <dgm:cxn modelId="{3F2E5372-56B5-4CE5-A494-BFF7BAEC4CF1}" type="presOf" srcId="{95882092-B666-4D5C-BC02-539E37083F9B}" destId="{7AD4D041-CEC2-47DA-A97E-AF9946D68033}" srcOrd="1" destOrd="0" presId="urn:microsoft.com/office/officeart/2005/8/layout/bProcess3"/>
    <dgm:cxn modelId="{26027954-2648-4170-97B7-DB43ED62D52D}" type="presOf" srcId="{DBEC4BD6-6958-4948-B582-45859CB8ADBD}" destId="{84DCC500-A7F0-43C4-82AE-52F91089B966}" srcOrd="1" destOrd="0" presId="urn:microsoft.com/office/officeart/2005/8/layout/bProcess3"/>
    <dgm:cxn modelId="{49D98D77-6749-4A43-8E81-90239F26F29A}" type="presOf" srcId="{1B3CAA77-030A-40DD-9756-262127669340}" destId="{C9ADA95E-EC51-4807-AC5F-8EE7F7D833FB}" srcOrd="0" destOrd="0" presId="urn:microsoft.com/office/officeart/2005/8/layout/bProcess3"/>
    <dgm:cxn modelId="{48DEB158-21A1-4633-AB97-423DAE1621E8}" type="presOf" srcId="{E5E723AA-6F77-4DA8-AFA7-D0BF81D8CE58}" destId="{E520DC98-E7EE-4280-B39B-1680B6874D78}" srcOrd="0" destOrd="0" presId="urn:microsoft.com/office/officeart/2005/8/layout/bProcess3"/>
    <dgm:cxn modelId="{6463D17B-315A-4A4B-8B48-28925BBA38C8}" type="presOf" srcId="{4CFBDFF4-ADAE-45DC-A4EA-2A2D82E1D762}" destId="{6AAC7F78-D8C3-4404-BC32-7C66AD8B7A50}" srcOrd="1" destOrd="0" presId="urn:microsoft.com/office/officeart/2005/8/layout/bProcess3"/>
    <dgm:cxn modelId="{2CE8747D-17F0-4DD9-A477-7872515A2E59}" srcId="{B86F02E9-3B6B-4AD0-8298-D36258235B28}" destId="{1A929795-5CA2-4204-9EAF-BE237EAF883C}" srcOrd="2" destOrd="0" parTransId="{FED920B4-4742-4650-B6A5-040D3AE9BB90}" sibTransId="{28BC73B7-1302-4D99-8AFE-3672DF822321}"/>
    <dgm:cxn modelId="{B1790584-C8EF-4A53-80CB-9FE8BFD51B03}" type="presOf" srcId="{98410F29-D3B8-4136-A326-9751D32D300D}" destId="{9555CE02-3E03-4551-9226-B248FCA4701A}" srcOrd="0" destOrd="0" presId="urn:microsoft.com/office/officeart/2005/8/layout/bProcess3"/>
    <dgm:cxn modelId="{AF4E4989-6FA7-4CE4-BDB9-9EF7EA93E280}" type="presOf" srcId="{4CFBDFF4-ADAE-45DC-A4EA-2A2D82E1D762}" destId="{A2ABFE64-BA48-40F5-A64E-6553CC0FC0FE}" srcOrd="0" destOrd="0" presId="urn:microsoft.com/office/officeart/2005/8/layout/bProcess3"/>
    <dgm:cxn modelId="{A10AB58B-A620-491B-AFF4-95C79E51387A}" srcId="{B86F02E9-3B6B-4AD0-8298-D36258235B28}" destId="{871BD7DC-156D-425F-AE30-8F94C72E40BF}" srcOrd="8" destOrd="0" parTransId="{C5ECDD98-36C8-423F-9E3E-ED2597152052}" sibTransId="{090AE32A-6653-46A6-9AD1-779CE65097FA}"/>
    <dgm:cxn modelId="{2599CE8E-0274-4E47-A9F8-D9BBFCA3E158}" type="presOf" srcId="{6A20B019-095A-4667-845E-DB781B8A4FA8}" destId="{1E4C5C23-69CC-4B58-995D-51A855B8871C}" srcOrd="1" destOrd="0" presId="urn:microsoft.com/office/officeart/2005/8/layout/bProcess3"/>
    <dgm:cxn modelId="{6E100DAD-E691-4B70-A8BD-E039628A967D}" type="presOf" srcId="{DBEC4BD6-6958-4948-B582-45859CB8ADBD}" destId="{947A6901-C80A-4862-8416-E0149DA49B5B}" srcOrd="0" destOrd="0" presId="urn:microsoft.com/office/officeart/2005/8/layout/bProcess3"/>
    <dgm:cxn modelId="{0F5430AD-5DC6-40F0-8BA4-ABDA95667766}" type="presOf" srcId="{E5E723AA-6F77-4DA8-AFA7-D0BF81D8CE58}" destId="{9CEEAC38-77B1-40C1-AEF1-C217464EA924}" srcOrd="1" destOrd="0" presId="urn:microsoft.com/office/officeart/2005/8/layout/bProcess3"/>
    <dgm:cxn modelId="{D3FE65AD-AE9C-422D-98EC-E6388CDF2534}" type="presOf" srcId="{6A20B019-095A-4667-845E-DB781B8A4FA8}" destId="{084B4EE4-0363-4EF2-B213-2BBCB68D8937}" srcOrd="0" destOrd="0" presId="urn:microsoft.com/office/officeart/2005/8/layout/bProcess3"/>
    <dgm:cxn modelId="{A00DA1AE-B0BE-47E5-BE5E-D6F4DAF6C816}" srcId="{B86F02E9-3B6B-4AD0-8298-D36258235B28}" destId="{A73071E8-FAC3-4CD0-9FDC-67F9D5F8F2A3}" srcOrd="9" destOrd="0" parTransId="{CFCB9980-F907-46D3-A928-B17B645FB5C0}" sibTransId="{E5CC6891-69C3-4D49-9AC3-DCFFBD22E139}"/>
    <dgm:cxn modelId="{D62385AF-42D2-4603-8E36-D45C750EB384}" type="presOf" srcId="{090AE32A-6653-46A6-9AD1-779CE65097FA}" destId="{7759DDFC-B9ED-40B6-A6F4-BC202B527A7B}" srcOrd="1" destOrd="0" presId="urn:microsoft.com/office/officeart/2005/8/layout/bProcess3"/>
    <dgm:cxn modelId="{1BE3B1BE-71F0-4F7E-8D90-5D60E8C7936C}" type="presOf" srcId="{9092F199-E7FE-4216-BD2B-96F222A9EC01}" destId="{6BE166EA-89F9-4B0D-BC7A-40B0F9447A19}" srcOrd="1" destOrd="0" presId="urn:microsoft.com/office/officeart/2005/8/layout/bProcess3"/>
    <dgm:cxn modelId="{50436CC1-CD45-4407-9409-5378C1CB8AC5}" srcId="{B86F02E9-3B6B-4AD0-8298-D36258235B28}" destId="{2A80705B-0F0C-45F7-90D8-480221DF130D}" srcOrd="5" destOrd="0" parTransId="{2C195AFD-36F6-48C4-9349-666550E36B42}" sibTransId="{503C6A14-6F3E-4B9C-BAF2-69B139415BEE}"/>
    <dgm:cxn modelId="{529712C2-28E2-446F-B1A3-F8AC7CCFA4C1}" type="presOf" srcId="{871BD7DC-156D-425F-AE30-8F94C72E40BF}" destId="{AD8BE99C-0BB4-4C2C-A7F3-BEE4D9FE3974}" srcOrd="0" destOrd="0" presId="urn:microsoft.com/office/officeart/2005/8/layout/bProcess3"/>
    <dgm:cxn modelId="{C696D1D8-794A-4ED2-B339-5EDA351EC6EA}" type="presOf" srcId="{A73071E8-FAC3-4CD0-9FDC-67F9D5F8F2A3}" destId="{FDC7A64C-AEFB-4A03-9235-B85346B650DB}" srcOrd="0" destOrd="0" presId="urn:microsoft.com/office/officeart/2005/8/layout/bProcess3"/>
    <dgm:cxn modelId="{2FE145DE-DC01-4335-B96B-7073670FF097}" srcId="{B86F02E9-3B6B-4AD0-8298-D36258235B28}" destId="{98410F29-D3B8-4136-A326-9751D32D300D}" srcOrd="1" destOrd="0" parTransId="{B49EF662-D130-4444-A687-88FC4523C269}" sibTransId="{9092F199-E7FE-4216-BD2B-96F222A9EC01}"/>
    <dgm:cxn modelId="{B04FE2DE-3AAA-49FE-BB4B-17F904D57F4A}" srcId="{B86F02E9-3B6B-4AD0-8298-D36258235B28}" destId="{1B3CAA77-030A-40DD-9756-262127669340}" srcOrd="4" destOrd="0" parTransId="{003C0291-35DC-4586-93DF-F629F6F0FDB3}" sibTransId="{4CFBDFF4-ADAE-45DC-A4EA-2A2D82E1D762}"/>
    <dgm:cxn modelId="{725912EE-F00B-42D4-A5AD-EB6C5C178F85}" type="presOf" srcId="{B86F02E9-3B6B-4AD0-8298-D36258235B28}" destId="{A743BD0D-880A-4661-82D7-9FA5FB84448F}" srcOrd="0" destOrd="0" presId="urn:microsoft.com/office/officeart/2005/8/layout/bProcess3"/>
    <dgm:cxn modelId="{564207EF-E8A4-4E7E-9DAC-6EA54D770ADB}" srcId="{B86F02E9-3B6B-4AD0-8298-D36258235B28}" destId="{337030F9-F68C-4735-B66C-3885C9011CFE}" srcOrd="0" destOrd="0" parTransId="{0206B7F6-15E2-4C1B-A0D4-47324809BFA5}" sibTransId="{DBEC4BD6-6958-4948-B582-45859CB8ADBD}"/>
    <dgm:cxn modelId="{D9C2BFF6-17C8-4913-8628-A17E9EF8CB40}" type="presOf" srcId="{090AE32A-6653-46A6-9AD1-779CE65097FA}" destId="{7832865F-4154-488A-9E88-B6E0FE9B943D}" srcOrd="0" destOrd="0" presId="urn:microsoft.com/office/officeart/2005/8/layout/bProcess3"/>
    <dgm:cxn modelId="{FF8391F8-B7C3-4F29-863F-F9C68041E5A9}" type="presOf" srcId="{B7EED3B6-8E63-495A-A971-7E95721294B5}" destId="{4C24D14B-4CA5-4F34-ABB6-A4C89CCBA105}" srcOrd="0" destOrd="0" presId="urn:microsoft.com/office/officeart/2005/8/layout/bProcess3"/>
    <dgm:cxn modelId="{7CE166FA-67D9-4FC7-A92C-00B6B885F553}" srcId="{B86F02E9-3B6B-4AD0-8298-D36258235B28}" destId="{B7EED3B6-8E63-495A-A971-7E95721294B5}" srcOrd="7" destOrd="0" parTransId="{57D40969-6774-41A5-9D69-8FC9769F9190}" sibTransId="{E5E723AA-6F77-4DA8-AFA7-D0BF81D8CE58}"/>
    <dgm:cxn modelId="{0A39C857-8DE4-4C65-93C8-738C6D67FBCB}" type="presParOf" srcId="{A743BD0D-880A-4661-82D7-9FA5FB84448F}" destId="{4A232955-B45B-4DA2-85FC-06BCFC5D49A5}" srcOrd="0" destOrd="0" presId="urn:microsoft.com/office/officeart/2005/8/layout/bProcess3"/>
    <dgm:cxn modelId="{910A2575-AF97-4639-8857-CB5FF03A443C}" type="presParOf" srcId="{A743BD0D-880A-4661-82D7-9FA5FB84448F}" destId="{947A6901-C80A-4862-8416-E0149DA49B5B}" srcOrd="1" destOrd="0" presId="urn:microsoft.com/office/officeart/2005/8/layout/bProcess3"/>
    <dgm:cxn modelId="{EDB50F9B-9D57-4BA6-9857-15090B803739}" type="presParOf" srcId="{947A6901-C80A-4862-8416-E0149DA49B5B}" destId="{84DCC500-A7F0-43C4-82AE-52F91089B966}" srcOrd="0" destOrd="0" presId="urn:microsoft.com/office/officeart/2005/8/layout/bProcess3"/>
    <dgm:cxn modelId="{C4AA1952-F03B-4DC1-A9FC-8D3C8C1ECCEB}" type="presParOf" srcId="{A743BD0D-880A-4661-82D7-9FA5FB84448F}" destId="{9555CE02-3E03-4551-9226-B248FCA4701A}" srcOrd="2" destOrd="0" presId="urn:microsoft.com/office/officeart/2005/8/layout/bProcess3"/>
    <dgm:cxn modelId="{87705AB1-8001-4569-A4D6-2EF249382942}" type="presParOf" srcId="{A743BD0D-880A-4661-82D7-9FA5FB84448F}" destId="{DD811F44-C8D5-426B-84EB-0C0CF6237749}" srcOrd="3" destOrd="0" presId="urn:microsoft.com/office/officeart/2005/8/layout/bProcess3"/>
    <dgm:cxn modelId="{8B769E4D-0F03-435F-898D-978D9AD80B7C}" type="presParOf" srcId="{DD811F44-C8D5-426B-84EB-0C0CF6237749}" destId="{6BE166EA-89F9-4B0D-BC7A-40B0F9447A19}" srcOrd="0" destOrd="0" presId="urn:microsoft.com/office/officeart/2005/8/layout/bProcess3"/>
    <dgm:cxn modelId="{B535A641-CCF6-4828-BA66-46A328EEC00C}" type="presParOf" srcId="{A743BD0D-880A-4661-82D7-9FA5FB84448F}" destId="{44C28D21-B151-42FB-BEE8-CE84E1E32C3B}" srcOrd="4" destOrd="0" presId="urn:microsoft.com/office/officeart/2005/8/layout/bProcess3"/>
    <dgm:cxn modelId="{C15ABB38-FDC9-4DCE-ABFF-2BFA8FC7136B}" type="presParOf" srcId="{A743BD0D-880A-4661-82D7-9FA5FB84448F}" destId="{14466B8C-320D-47E3-BC88-6BC53F1BD8D5}" srcOrd="5" destOrd="0" presId="urn:microsoft.com/office/officeart/2005/8/layout/bProcess3"/>
    <dgm:cxn modelId="{E55040EB-44C5-4D62-8DCA-11062966289B}" type="presParOf" srcId="{14466B8C-320D-47E3-BC88-6BC53F1BD8D5}" destId="{FE98FDB6-FFD1-4BD1-BDB0-3718E35E494F}" srcOrd="0" destOrd="0" presId="urn:microsoft.com/office/officeart/2005/8/layout/bProcess3"/>
    <dgm:cxn modelId="{98304DC4-2630-40A9-8155-0475650FD11F}" type="presParOf" srcId="{A743BD0D-880A-4661-82D7-9FA5FB84448F}" destId="{D4544A8B-EA0E-47E1-88C4-5621CA8EEC66}" srcOrd="6" destOrd="0" presId="urn:microsoft.com/office/officeart/2005/8/layout/bProcess3"/>
    <dgm:cxn modelId="{006ADA17-7A5B-436C-AEA3-B954D5543902}" type="presParOf" srcId="{A743BD0D-880A-4661-82D7-9FA5FB84448F}" destId="{084B4EE4-0363-4EF2-B213-2BBCB68D8937}" srcOrd="7" destOrd="0" presId="urn:microsoft.com/office/officeart/2005/8/layout/bProcess3"/>
    <dgm:cxn modelId="{AC63457F-776D-4CF0-87AE-9A322C36B4C0}" type="presParOf" srcId="{084B4EE4-0363-4EF2-B213-2BBCB68D8937}" destId="{1E4C5C23-69CC-4B58-995D-51A855B8871C}" srcOrd="0" destOrd="0" presId="urn:microsoft.com/office/officeart/2005/8/layout/bProcess3"/>
    <dgm:cxn modelId="{B995AA1E-C21D-4DDF-8D96-6AA65131EB66}" type="presParOf" srcId="{A743BD0D-880A-4661-82D7-9FA5FB84448F}" destId="{C9ADA95E-EC51-4807-AC5F-8EE7F7D833FB}" srcOrd="8" destOrd="0" presId="urn:microsoft.com/office/officeart/2005/8/layout/bProcess3"/>
    <dgm:cxn modelId="{8C172DAF-1AA6-4FD6-8D89-EB26585FE258}" type="presParOf" srcId="{A743BD0D-880A-4661-82D7-9FA5FB84448F}" destId="{A2ABFE64-BA48-40F5-A64E-6553CC0FC0FE}" srcOrd="9" destOrd="0" presId="urn:microsoft.com/office/officeart/2005/8/layout/bProcess3"/>
    <dgm:cxn modelId="{F7779F99-BC48-4132-A9E7-17C5306FDEA9}" type="presParOf" srcId="{A2ABFE64-BA48-40F5-A64E-6553CC0FC0FE}" destId="{6AAC7F78-D8C3-4404-BC32-7C66AD8B7A50}" srcOrd="0" destOrd="0" presId="urn:microsoft.com/office/officeart/2005/8/layout/bProcess3"/>
    <dgm:cxn modelId="{7498187F-B803-4EB6-963C-00B8A50B18C1}" type="presParOf" srcId="{A743BD0D-880A-4661-82D7-9FA5FB84448F}" destId="{0103EA47-51AB-43BF-B9B9-7C29B2BA4DD5}" srcOrd="10" destOrd="0" presId="urn:microsoft.com/office/officeart/2005/8/layout/bProcess3"/>
    <dgm:cxn modelId="{452E5289-2B95-4A55-A224-F07E6957D4C2}" type="presParOf" srcId="{A743BD0D-880A-4661-82D7-9FA5FB84448F}" destId="{9826F555-18B8-49AA-8FCB-3B4F16A56FA7}" srcOrd="11" destOrd="0" presId="urn:microsoft.com/office/officeart/2005/8/layout/bProcess3"/>
    <dgm:cxn modelId="{AC09F9BD-9A72-4694-BC53-F9B7E0B9EC17}" type="presParOf" srcId="{9826F555-18B8-49AA-8FCB-3B4F16A56FA7}" destId="{6067FB78-3904-4566-9F8F-8CB4AA5CCB60}" srcOrd="0" destOrd="0" presId="urn:microsoft.com/office/officeart/2005/8/layout/bProcess3"/>
    <dgm:cxn modelId="{F9978EBE-A57D-4FCF-BC8E-CE6C65DAE524}" type="presParOf" srcId="{A743BD0D-880A-4661-82D7-9FA5FB84448F}" destId="{4C33C112-E0F2-4F45-97A7-6CD171303112}" srcOrd="12" destOrd="0" presId="urn:microsoft.com/office/officeart/2005/8/layout/bProcess3"/>
    <dgm:cxn modelId="{6F0087FE-C632-46A4-9795-4B318D37C428}" type="presParOf" srcId="{A743BD0D-880A-4661-82D7-9FA5FB84448F}" destId="{8518B3AC-77EF-4A24-A847-534E3ECD7ADF}" srcOrd="13" destOrd="0" presId="urn:microsoft.com/office/officeart/2005/8/layout/bProcess3"/>
    <dgm:cxn modelId="{475FE322-92B3-4698-A7C4-73C14C329402}" type="presParOf" srcId="{8518B3AC-77EF-4A24-A847-534E3ECD7ADF}" destId="{7AD4D041-CEC2-47DA-A97E-AF9946D68033}" srcOrd="0" destOrd="0" presId="urn:microsoft.com/office/officeart/2005/8/layout/bProcess3"/>
    <dgm:cxn modelId="{E132B36A-83B1-47A1-AE4A-815AB9A71EE4}" type="presParOf" srcId="{A743BD0D-880A-4661-82D7-9FA5FB84448F}" destId="{4C24D14B-4CA5-4F34-ABB6-A4C89CCBA105}" srcOrd="14" destOrd="0" presId="urn:microsoft.com/office/officeart/2005/8/layout/bProcess3"/>
    <dgm:cxn modelId="{F00A62A8-3D50-4E4F-8659-76D448B9F99C}" type="presParOf" srcId="{A743BD0D-880A-4661-82D7-9FA5FB84448F}" destId="{E520DC98-E7EE-4280-B39B-1680B6874D78}" srcOrd="15" destOrd="0" presId="urn:microsoft.com/office/officeart/2005/8/layout/bProcess3"/>
    <dgm:cxn modelId="{A5E31A39-471D-4933-8B29-68418E73DFE5}" type="presParOf" srcId="{E520DC98-E7EE-4280-B39B-1680B6874D78}" destId="{9CEEAC38-77B1-40C1-AEF1-C217464EA924}" srcOrd="0" destOrd="0" presId="urn:microsoft.com/office/officeart/2005/8/layout/bProcess3"/>
    <dgm:cxn modelId="{D5C8C6BC-51CD-4A04-BAA1-859254D7640F}" type="presParOf" srcId="{A743BD0D-880A-4661-82D7-9FA5FB84448F}" destId="{AD8BE99C-0BB4-4C2C-A7F3-BEE4D9FE3974}" srcOrd="16" destOrd="0" presId="urn:microsoft.com/office/officeart/2005/8/layout/bProcess3"/>
    <dgm:cxn modelId="{56EDEB39-63C6-426E-9C3F-B13F3B84BCFA}" type="presParOf" srcId="{A743BD0D-880A-4661-82D7-9FA5FB84448F}" destId="{7832865F-4154-488A-9E88-B6E0FE9B943D}" srcOrd="17" destOrd="0" presId="urn:microsoft.com/office/officeart/2005/8/layout/bProcess3"/>
    <dgm:cxn modelId="{761F8270-25DA-4027-85F4-15A60C9A7927}" type="presParOf" srcId="{7832865F-4154-488A-9E88-B6E0FE9B943D}" destId="{7759DDFC-B9ED-40B6-A6F4-BC202B527A7B}" srcOrd="0" destOrd="0" presId="urn:microsoft.com/office/officeart/2005/8/layout/bProcess3"/>
    <dgm:cxn modelId="{CDBCE5E9-51AF-4706-962D-1E377E6F0B27}" type="presParOf" srcId="{A743BD0D-880A-4661-82D7-9FA5FB84448F}" destId="{FDC7A64C-AEFB-4A03-9235-B85346B650DB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A6901-C80A-4862-8416-E0149DA49B5B}">
      <dsp:nvSpPr>
        <dsp:cNvPr id="0" name=""/>
        <dsp:cNvSpPr/>
      </dsp:nvSpPr>
      <dsp:spPr>
        <a:xfrm>
          <a:off x="1567448" y="733937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82095" y="45720"/>
              </a:lnTo>
              <a:lnTo>
                <a:pt x="182095" y="57760"/>
              </a:lnTo>
              <a:lnTo>
                <a:pt x="329990" y="5776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723424" y="777854"/>
        <a:ext cx="18039" cy="3605"/>
      </dsp:txXfrm>
    </dsp:sp>
    <dsp:sp modelId="{4A232955-B45B-4DA2-85FC-06BCFC5D49A5}">
      <dsp:nvSpPr>
        <dsp:cNvPr id="0" name=""/>
        <dsp:cNvSpPr/>
      </dsp:nvSpPr>
      <dsp:spPr>
        <a:xfrm>
          <a:off x="1463" y="309322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1️⃣</a:t>
          </a:r>
          <a:r>
            <a:rPr lang="en-US" sz="1100" b="1" kern="1200" dirty="0"/>
            <a:t>Incident Logged</a:t>
          </a:r>
        </a:p>
      </dsp:txBody>
      <dsp:txXfrm>
        <a:off x="1463" y="309322"/>
        <a:ext cx="1567785" cy="940671"/>
      </dsp:txXfrm>
    </dsp:sp>
    <dsp:sp modelId="{DD811F44-C8D5-426B-84EB-0C0CF6237749}">
      <dsp:nvSpPr>
        <dsp:cNvPr id="0" name=""/>
        <dsp:cNvSpPr/>
      </dsp:nvSpPr>
      <dsp:spPr>
        <a:xfrm>
          <a:off x="3495824" y="745978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651805" y="789895"/>
        <a:ext cx="18029" cy="3605"/>
      </dsp:txXfrm>
    </dsp:sp>
    <dsp:sp modelId="{9555CE02-3E03-4551-9226-B248FCA4701A}">
      <dsp:nvSpPr>
        <dsp:cNvPr id="0" name=""/>
        <dsp:cNvSpPr/>
      </dsp:nvSpPr>
      <dsp:spPr>
        <a:xfrm>
          <a:off x="1929839" y="321362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Ticket created</a:t>
          </a:r>
          <a:br>
            <a:rPr lang="en-US" sz="1100" kern="1200"/>
          </a:br>
          <a:r>
            <a:rPr lang="en-US" sz="1100" kern="1200"/>
            <a:t>• SLA timer starts</a:t>
          </a:r>
        </a:p>
      </dsp:txBody>
      <dsp:txXfrm>
        <a:off x="1929839" y="321362"/>
        <a:ext cx="1567785" cy="940671"/>
      </dsp:txXfrm>
    </dsp:sp>
    <dsp:sp modelId="{14466B8C-320D-47E3-BC88-6BC53F1BD8D5}">
      <dsp:nvSpPr>
        <dsp:cNvPr id="0" name=""/>
        <dsp:cNvSpPr/>
      </dsp:nvSpPr>
      <dsp:spPr>
        <a:xfrm>
          <a:off x="5424200" y="745978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580181" y="789895"/>
        <a:ext cx="18029" cy="3605"/>
      </dsp:txXfrm>
    </dsp:sp>
    <dsp:sp modelId="{44C28D21-B151-42FB-BEE8-CE84E1E32C3B}">
      <dsp:nvSpPr>
        <dsp:cNvPr id="0" name=""/>
        <dsp:cNvSpPr/>
      </dsp:nvSpPr>
      <dsp:spPr>
        <a:xfrm>
          <a:off x="3858215" y="321362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2️⃣ Tier 1 Support</a:t>
          </a:r>
        </a:p>
      </dsp:txBody>
      <dsp:txXfrm>
        <a:off x="3858215" y="321362"/>
        <a:ext cx="1567785" cy="940671"/>
      </dsp:txXfrm>
    </dsp:sp>
    <dsp:sp modelId="{084B4EE4-0363-4EF2-B213-2BBCB68D8937}">
      <dsp:nvSpPr>
        <dsp:cNvPr id="0" name=""/>
        <dsp:cNvSpPr/>
      </dsp:nvSpPr>
      <dsp:spPr>
        <a:xfrm>
          <a:off x="785356" y="1260233"/>
          <a:ext cx="5785127" cy="329990"/>
        </a:xfrm>
        <a:custGeom>
          <a:avLst/>
          <a:gdLst/>
          <a:ahLst/>
          <a:cxnLst/>
          <a:rect l="0" t="0" r="0" b="0"/>
          <a:pathLst>
            <a:path>
              <a:moveTo>
                <a:pt x="5785127" y="0"/>
              </a:moveTo>
              <a:lnTo>
                <a:pt x="5785127" y="182095"/>
              </a:lnTo>
              <a:lnTo>
                <a:pt x="0" y="182095"/>
              </a:lnTo>
              <a:lnTo>
                <a:pt x="0" y="32999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533011" y="1423426"/>
        <a:ext cx="289817" cy="3605"/>
      </dsp:txXfrm>
    </dsp:sp>
    <dsp:sp modelId="{D4544A8B-EA0E-47E1-88C4-5621CA8EEC66}">
      <dsp:nvSpPr>
        <dsp:cNvPr id="0" name=""/>
        <dsp:cNvSpPr/>
      </dsp:nvSpPr>
      <dsp:spPr>
        <a:xfrm>
          <a:off x="5786591" y="321362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Initial triage</a:t>
          </a:r>
          <a:br>
            <a:rPr lang="en-US" sz="1100" kern="1200"/>
          </a:br>
          <a:r>
            <a:rPr lang="en-US" sz="1100" kern="1200"/>
            <a:t>• Basic troubleshooting</a:t>
          </a:r>
          <a:br>
            <a:rPr lang="en-US" sz="1100" kern="1200"/>
          </a:br>
          <a:r>
            <a:rPr lang="en-US" sz="1100" kern="1200"/>
            <a:t>• Resolution attempt</a:t>
          </a:r>
        </a:p>
      </dsp:txBody>
      <dsp:txXfrm>
        <a:off x="5786591" y="321362"/>
        <a:ext cx="1567785" cy="940671"/>
      </dsp:txXfrm>
    </dsp:sp>
    <dsp:sp modelId="{A2ABFE64-BA48-40F5-A64E-6553CC0FC0FE}">
      <dsp:nvSpPr>
        <dsp:cNvPr id="0" name=""/>
        <dsp:cNvSpPr/>
      </dsp:nvSpPr>
      <dsp:spPr>
        <a:xfrm>
          <a:off x="1567448" y="2047240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723429" y="2091157"/>
        <a:ext cx="18029" cy="3605"/>
      </dsp:txXfrm>
    </dsp:sp>
    <dsp:sp modelId="{C9ADA95E-EC51-4807-AC5F-8EE7F7D833FB}">
      <dsp:nvSpPr>
        <dsp:cNvPr id="0" name=""/>
        <dsp:cNvSpPr/>
      </dsp:nvSpPr>
      <dsp:spPr>
        <a:xfrm>
          <a:off x="1463" y="1622624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/>
            <a:t>3️⃣ Tier 2 Escalation (Conditional)</a:t>
          </a:r>
        </a:p>
      </dsp:txBody>
      <dsp:txXfrm>
        <a:off x="1463" y="1622624"/>
        <a:ext cx="1567785" cy="940671"/>
      </dsp:txXfrm>
    </dsp:sp>
    <dsp:sp modelId="{9826F555-18B8-49AA-8FCB-3B4F16A56FA7}">
      <dsp:nvSpPr>
        <dsp:cNvPr id="0" name=""/>
        <dsp:cNvSpPr/>
      </dsp:nvSpPr>
      <dsp:spPr>
        <a:xfrm>
          <a:off x="3495824" y="2047240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651805" y="2091157"/>
        <a:ext cx="18029" cy="3605"/>
      </dsp:txXfrm>
    </dsp:sp>
    <dsp:sp modelId="{0103EA47-51AB-43BF-B9B9-7C29B2BA4DD5}">
      <dsp:nvSpPr>
        <dsp:cNvPr id="0" name=""/>
        <dsp:cNvSpPr/>
      </dsp:nvSpPr>
      <dsp:spPr>
        <a:xfrm>
          <a:off x="1929839" y="1622624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Technical investigation</a:t>
          </a:r>
          <a:br>
            <a:rPr lang="en-US" sz="1100" kern="1200"/>
          </a:br>
          <a:r>
            <a:rPr lang="en-US" sz="1100" kern="1200"/>
            <a:t>• Root cause analysis</a:t>
          </a:r>
          <a:br>
            <a:rPr lang="en-US" sz="1100" kern="1200"/>
          </a:br>
          <a:r>
            <a:rPr lang="en-US" sz="1100" kern="1200"/>
            <a:t>• Cross-team collaboration</a:t>
          </a:r>
        </a:p>
      </dsp:txBody>
      <dsp:txXfrm>
        <a:off x="1929839" y="1622624"/>
        <a:ext cx="1567785" cy="940671"/>
      </dsp:txXfrm>
    </dsp:sp>
    <dsp:sp modelId="{8518B3AC-77EF-4A24-A847-534E3ECD7ADF}">
      <dsp:nvSpPr>
        <dsp:cNvPr id="0" name=""/>
        <dsp:cNvSpPr/>
      </dsp:nvSpPr>
      <dsp:spPr>
        <a:xfrm>
          <a:off x="5424200" y="2047240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580181" y="2091157"/>
        <a:ext cx="18029" cy="3605"/>
      </dsp:txXfrm>
    </dsp:sp>
    <dsp:sp modelId="{4C33C112-E0F2-4F45-97A7-6CD171303112}">
      <dsp:nvSpPr>
        <dsp:cNvPr id="0" name=""/>
        <dsp:cNvSpPr/>
      </dsp:nvSpPr>
      <dsp:spPr>
        <a:xfrm>
          <a:off x="3858215" y="1622624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4️⃣ Service Owner Review (If SLA Breach Risk)</a:t>
          </a:r>
        </a:p>
      </dsp:txBody>
      <dsp:txXfrm>
        <a:off x="3858215" y="1622624"/>
        <a:ext cx="1567785" cy="940671"/>
      </dsp:txXfrm>
    </dsp:sp>
    <dsp:sp modelId="{E520DC98-E7EE-4280-B39B-1680B6874D78}">
      <dsp:nvSpPr>
        <dsp:cNvPr id="0" name=""/>
        <dsp:cNvSpPr/>
      </dsp:nvSpPr>
      <dsp:spPr>
        <a:xfrm>
          <a:off x="785356" y="2561495"/>
          <a:ext cx="5785127" cy="329990"/>
        </a:xfrm>
        <a:custGeom>
          <a:avLst/>
          <a:gdLst/>
          <a:ahLst/>
          <a:cxnLst/>
          <a:rect l="0" t="0" r="0" b="0"/>
          <a:pathLst>
            <a:path>
              <a:moveTo>
                <a:pt x="5785127" y="0"/>
              </a:moveTo>
              <a:lnTo>
                <a:pt x="5785127" y="182095"/>
              </a:lnTo>
              <a:lnTo>
                <a:pt x="0" y="182095"/>
              </a:lnTo>
              <a:lnTo>
                <a:pt x="0" y="32999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533011" y="2724687"/>
        <a:ext cx="289817" cy="3605"/>
      </dsp:txXfrm>
    </dsp:sp>
    <dsp:sp modelId="{4C24D14B-4CA5-4F34-ABB6-A4C89CCBA105}">
      <dsp:nvSpPr>
        <dsp:cNvPr id="0" name=""/>
        <dsp:cNvSpPr/>
      </dsp:nvSpPr>
      <dsp:spPr>
        <a:xfrm>
          <a:off x="5786591" y="1622624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Risk evaluation</a:t>
          </a:r>
          <a:br>
            <a:rPr lang="en-US" sz="1100" kern="1200" dirty="0"/>
          </a:br>
          <a:r>
            <a:rPr lang="en-US" sz="1100" kern="1200" dirty="0"/>
            <a:t>• Mitigation plan</a:t>
          </a:r>
          <a:br>
            <a:rPr lang="en-US" sz="1100" kern="1200" dirty="0"/>
          </a:br>
          <a:r>
            <a:rPr lang="en-US" sz="1100" kern="1200" dirty="0"/>
            <a:t>• Resource reallocation</a:t>
          </a:r>
        </a:p>
      </dsp:txBody>
      <dsp:txXfrm>
        <a:off x="5786591" y="1622624"/>
        <a:ext cx="1567785" cy="940671"/>
      </dsp:txXfrm>
    </dsp:sp>
    <dsp:sp modelId="{7832865F-4154-488A-9E88-B6E0FE9B943D}">
      <dsp:nvSpPr>
        <dsp:cNvPr id="0" name=""/>
        <dsp:cNvSpPr/>
      </dsp:nvSpPr>
      <dsp:spPr>
        <a:xfrm>
          <a:off x="1567448" y="3348501"/>
          <a:ext cx="32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99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723429" y="3392418"/>
        <a:ext cx="18029" cy="3605"/>
      </dsp:txXfrm>
    </dsp:sp>
    <dsp:sp modelId="{AD8BE99C-0BB4-4C2C-A7F3-BEE4D9FE3974}">
      <dsp:nvSpPr>
        <dsp:cNvPr id="0" name=""/>
        <dsp:cNvSpPr/>
      </dsp:nvSpPr>
      <dsp:spPr>
        <a:xfrm>
          <a:off x="1463" y="2923886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5️⃣ Executive Escalation (Critical Risk)</a:t>
          </a:r>
        </a:p>
      </dsp:txBody>
      <dsp:txXfrm>
        <a:off x="1463" y="2923886"/>
        <a:ext cx="1567785" cy="940671"/>
      </dsp:txXfrm>
    </dsp:sp>
    <dsp:sp modelId="{FDC7A64C-AEFB-4A03-9235-B85346B650DB}">
      <dsp:nvSpPr>
        <dsp:cNvPr id="0" name=""/>
        <dsp:cNvSpPr/>
      </dsp:nvSpPr>
      <dsp:spPr>
        <a:xfrm>
          <a:off x="1929839" y="2923886"/>
          <a:ext cx="1567785" cy="940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Business impact review</a:t>
          </a:r>
          <a:br>
            <a:rPr lang="en-US" sz="1100" kern="1200"/>
          </a:br>
          <a:r>
            <a:rPr lang="en-US" sz="1100" kern="1200"/>
            <a:t>• Client communication</a:t>
          </a:r>
          <a:br>
            <a:rPr lang="en-US" sz="1100" kern="1200"/>
          </a:br>
          <a:r>
            <a:rPr lang="en-US" sz="1100" kern="1200"/>
            <a:t>• Executive decision</a:t>
          </a:r>
        </a:p>
      </dsp:txBody>
      <dsp:txXfrm>
        <a:off x="1929839" y="2923886"/>
        <a:ext cx="1567785" cy="940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2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3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64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0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1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0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2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7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9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70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Enterprise IT Service Operations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SLA &amp; Incident Governance Framework | Neliswa Mbeje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Operational Context &amp; Risk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Multi-market IT support environment</a:t>
            </a:r>
          </a:p>
          <a:p>
            <a:pPr lvl="1"/>
            <a:r>
              <a:t>SLA breach exposure across priority levels</a:t>
            </a:r>
          </a:p>
          <a:p>
            <a:pPr lvl="1"/>
            <a:r>
              <a:t>Limited escalation visibility</a:t>
            </a:r>
          </a:p>
          <a:p>
            <a:pPr lvl="1"/>
            <a:r>
              <a:t>Objective: Structured SLA monitoring &amp; governance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KPI Framework &amp; Threshold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SLA Compliance % (Target ≥ 96%)</a:t>
            </a:r>
          </a:p>
          <a:p>
            <a:pPr lvl="1"/>
            <a:r>
              <a:rPr dirty="0"/>
              <a:t>Breach Rate % (Target ≤ 4%)</a:t>
            </a:r>
          </a:p>
          <a:p>
            <a:pPr lvl="1"/>
            <a:r>
              <a:rPr dirty="0"/>
              <a:t>Avg Resolution Hours</a:t>
            </a:r>
          </a:p>
          <a:p>
            <a:pPr lvl="1"/>
            <a:r>
              <a:rPr dirty="0"/>
              <a:t>Escalation Rate % (Target ≤ 8%)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51804-5BBE-5590-CAB7-6B50A07B9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11" t="50000"/>
          <a:stretch>
            <a:fillRect/>
          </a:stretch>
        </p:blipFill>
        <p:spPr>
          <a:xfrm>
            <a:off x="4451764" y="3429001"/>
            <a:ext cx="4692235" cy="2754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C3E1A-F946-B16A-F815-09A47A72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0720" b="87132"/>
          <a:stretch>
            <a:fillRect/>
          </a:stretch>
        </p:blipFill>
        <p:spPr>
          <a:xfrm>
            <a:off x="61814" y="3429001"/>
            <a:ext cx="4406045" cy="1395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2E1AA5-9D2A-EF41-B941-3E579861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39" b="86058"/>
          <a:stretch>
            <a:fillRect/>
          </a:stretch>
        </p:blipFill>
        <p:spPr>
          <a:xfrm>
            <a:off x="45720" y="4947921"/>
            <a:ext cx="4422139" cy="1309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Executive Service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BF9F0B-37B6-D151-606D-8DF8A1623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630" y="1846263"/>
            <a:ext cx="7227970" cy="4159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Risk Monitoring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Fields: Category x Market</a:t>
            </a:r>
          </a:p>
          <a:p>
            <a:pPr lvl="1"/>
            <a:r>
              <a:rPr dirty="0"/>
              <a:t>Values: SLA %, Breach %</a:t>
            </a:r>
          </a:p>
          <a:p>
            <a:pPr lvl="1"/>
            <a:r>
              <a:rPr dirty="0"/>
              <a:t>Apply conditional formatting vs </a:t>
            </a:r>
            <a:r>
              <a:rPr dirty="0" err="1"/>
              <a:t>TargetSLA</a:t>
            </a:r>
            <a:r>
              <a:rPr dirty="0"/>
              <a:t>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11614-141D-7A8B-8370-61BE56B8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61112" b="35873"/>
          <a:stretch>
            <a:fillRect/>
          </a:stretch>
        </p:blipFill>
        <p:spPr>
          <a:xfrm>
            <a:off x="1209040" y="2803323"/>
            <a:ext cx="4196080" cy="3485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Incident Volume &amp; Resolution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Visuals Needed:</a:t>
            </a:r>
          </a:p>
          <a:p>
            <a:pPr lvl="1"/>
            <a:r>
              <a:rPr dirty="0"/>
              <a:t>Monthly Incident Volume</a:t>
            </a:r>
          </a:p>
          <a:p>
            <a:pPr lvl="1"/>
            <a:r>
              <a:rPr dirty="0"/>
              <a:t>Avg Resolution Hours by 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E434F-DCED-CEF2-E2B8-A711F14B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" r="47222" b="48346"/>
          <a:stretch>
            <a:fillRect/>
          </a:stretch>
        </p:blipFill>
        <p:spPr>
          <a:xfrm>
            <a:off x="457200" y="3108960"/>
            <a:ext cx="3943164" cy="2398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DEF7F-0D4C-BEC6-FACB-EB442BBAB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00" t="13411" b="41006"/>
          <a:stretch>
            <a:fillRect/>
          </a:stretch>
        </p:blipFill>
        <p:spPr>
          <a:xfrm>
            <a:off x="4500880" y="3108960"/>
            <a:ext cx="4480560" cy="2398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Escalation 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 flipV="1">
            <a:off x="4805680" y="4074160"/>
            <a:ext cx="436880" cy="132080"/>
          </a:xfrm>
        </p:spPr>
        <p:txBody>
          <a:bodyPr>
            <a:normAutofit fontScale="25000" lnSpcReduction="20000"/>
          </a:bodyPr>
          <a:lstStyle/>
          <a:p>
            <a:pPr marL="201168" lvl="1" indent="0">
              <a:buNone/>
            </a:pP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973E60-6D21-C155-D6C6-42B778963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008393"/>
              </p:ext>
            </p:extLst>
          </p:nvPr>
        </p:nvGraphicFramePr>
        <p:xfrm>
          <a:off x="243840" y="3169920"/>
          <a:ext cx="1869440" cy="2331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5" name="Diagram 64">
            <a:extLst>
              <a:ext uri="{FF2B5EF4-FFF2-40B4-BE49-F238E27FC236}">
                <a16:creationId xmlns:a16="http://schemas.microsoft.com/office/drawing/2014/main" id="{958AF333-3549-CE7B-921F-6593527794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4085238"/>
              </p:ext>
            </p:extLst>
          </p:nvPr>
        </p:nvGraphicFramePr>
        <p:xfrm>
          <a:off x="914400" y="1930400"/>
          <a:ext cx="7355840" cy="418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SLA transparency</a:t>
            </a:r>
          </a:p>
          <a:p>
            <a:pPr lvl="1"/>
            <a:r>
              <a:t>Reduced breach exposure</a:t>
            </a:r>
          </a:p>
          <a:p>
            <a:pPr lvl="1"/>
            <a:r>
              <a:t>Structured escalation governance</a:t>
            </a:r>
          </a:p>
          <a:p>
            <a:pPr lvl="1"/>
            <a:r>
              <a:t>Stronger IT-business collaboration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IT Service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ServiceNow integration</a:t>
            </a:r>
          </a:p>
          <a:p>
            <a:pPr lvl="1"/>
            <a:r>
              <a:t>Automated SLA breach alerts</a:t>
            </a:r>
          </a:p>
          <a:p>
            <a:pPr lvl="1"/>
            <a:r>
              <a:t>Predictive incident modeling</a:t>
            </a:r>
          </a:p>
          <a:p>
            <a:pPr lvl="1"/>
            <a:r>
              <a:t>AI-driven 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</TotalTime>
  <Words>232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Enterprise IT Service Operations Performance Dashboard</vt:lpstr>
      <vt:lpstr>Operational Context &amp; Risk Exposure</vt:lpstr>
      <vt:lpstr>KPI Framework &amp; Threshold Targets</vt:lpstr>
      <vt:lpstr>Executive Service Dashboard Overview</vt:lpstr>
      <vt:lpstr>Service Risk Monitoring Matrix</vt:lpstr>
      <vt:lpstr>Incident Volume &amp; Resolution Trend</vt:lpstr>
      <vt:lpstr>Escalation Governance Model</vt:lpstr>
      <vt:lpstr>Operational Business Impact</vt:lpstr>
      <vt:lpstr>Future IT Service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4</cp:revision>
  <dcterms:created xsi:type="dcterms:W3CDTF">2013-01-27T09:14:16Z</dcterms:created>
  <dcterms:modified xsi:type="dcterms:W3CDTF">2026-02-28T18:02:16Z</dcterms:modified>
  <cp:category/>
</cp:coreProperties>
</file>
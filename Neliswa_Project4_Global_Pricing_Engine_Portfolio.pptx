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9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2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89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1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1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4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7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0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5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7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5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27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Pricing Simulation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Luxury Multi-Market Pricing Model | Neliswa Mbeje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Context &amp; Pricing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Multi-market price inconsistency risk</a:t>
            </a:r>
          </a:p>
          <a:p>
            <a:pPr lvl="1"/>
            <a:r>
              <a:t>Currency volatility exposure</a:t>
            </a:r>
          </a:p>
          <a:p>
            <a:pPr lvl="1"/>
            <a:r>
              <a:t>Margin misalignment across regions</a:t>
            </a:r>
          </a:p>
          <a:p>
            <a:pPr lvl="1"/>
            <a:r>
              <a:t>Objective: Build pricing engine ensuring margin discipline &amp; data integrity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 1: Convert </a:t>
            </a:r>
            <a:r>
              <a:rPr dirty="0" err="1"/>
              <a:t>BaseCostEUR</a:t>
            </a:r>
            <a:r>
              <a:rPr dirty="0"/>
              <a:t> using FX rate</a:t>
            </a:r>
          </a:p>
          <a:p>
            <a:pPr lvl="1"/>
            <a:r>
              <a:rPr dirty="0"/>
              <a:t>Step 2: Apply Import Tax</a:t>
            </a:r>
          </a:p>
          <a:p>
            <a:pPr lvl="1"/>
            <a:r>
              <a:rPr dirty="0"/>
              <a:t>Step 3: Apply Target Margin</a:t>
            </a:r>
          </a:p>
          <a:p>
            <a:pPr lvl="1"/>
            <a:r>
              <a:rPr dirty="0"/>
              <a:t>Step 4: Apply VAT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FF3A2-FC87-9D72-BB09-83FD29F9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00" b="70967"/>
          <a:stretch>
            <a:fillRect/>
          </a:stretch>
        </p:blipFill>
        <p:spPr>
          <a:xfrm>
            <a:off x="1056640" y="3284435"/>
            <a:ext cx="6268742" cy="2486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Tables: Products | Markets | </a:t>
            </a:r>
            <a:r>
              <a:rPr dirty="0" err="1"/>
              <a:t>LaunchPlan</a:t>
            </a:r>
            <a:endParaRPr dirty="0"/>
          </a:p>
          <a:p>
            <a:pPr lvl="1"/>
            <a:r>
              <a:rPr dirty="0"/>
              <a:t>Relationships: </a:t>
            </a:r>
            <a:r>
              <a:rPr dirty="0" err="1"/>
              <a:t>ProductID</a:t>
            </a:r>
            <a:r>
              <a:rPr dirty="0"/>
              <a:t> &amp; Market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19B60-9A17-FDB1-D993-EAA45965C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571" r="62778"/>
          <a:stretch>
            <a:fillRect/>
          </a:stretch>
        </p:blipFill>
        <p:spPr>
          <a:xfrm>
            <a:off x="1079498" y="2464955"/>
            <a:ext cx="5240022" cy="38477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Pricing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Include: Avg Margin by Market</a:t>
            </a:r>
          </a:p>
          <a:p>
            <a:pPr lvl="1"/>
            <a:r>
              <a:rPr dirty="0"/>
              <a:t>Price Comparison by Market</a:t>
            </a:r>
          </a:p>
          <a:p>
            <a:pPr lvl="1"/>
            <a:r>
              <a:rPr dirty="0"/>
              <a:t>Forecast Revenue by Launch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06462-F04F-BD0B-D4E4-1F6303DD9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2801167"/>
            <a:ext cx="6827520" cy="3477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Market-Based 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Compare final retail price across markets</a:t>
            </a:r>
          </a:p>
          <a:p>
            <a:pPr lvl="1"/>
            <a:r>
              <a:rPr dirty="0"/>
              <a:t>Highlight FX &amp; Tax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7F1C8-8E3D-2EC2-59B9-6F7341520A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78" t="14580" b="33524"/>
          <a:stretch>
            <a:fillRect/>
          </a:stretch>
        </p:blipFill>
        <p:spPr>
          <a:xfrm>
            <a:off x="655320" y="2523066"/>
            <a:ext cx="3916680" cy="3454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E5A18F-BB9A-558F-C623-57A388EC58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33" t="1168" b="71655"/>
          <a:stretch>
            <a:fillRect/>
          </a:stretch>
        </p:blipFill>
        <p:spPr>
          <a:xfrm>
            <a:off x="4861560" y="2523066"/>
            <a:ext cx="3627120" cy="21505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 Monitoring &amp; Risk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Avg Margin %</a:t>
            </a:r>
          </a:p>
          <a:p>
            <a:pPr lvl="1"/>
            <a:r>
              <a:rPr dirty="0"/>
              <a:t>Margin Variance vs Target</a:t>
            </a:r>
          </a:p>
          <a:p>
            <a:pPr lvl="1"/>
            <a:r>
              <a:rPr dirty="0"/>
              <a:t>Lowest Margin Market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6EFA4E-A26B-12B1-8113-6DC71E34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65" r="50778" b="35891"/>
          <a:stretch>
            <a:fillRect/>
          </a:stretch>
        </p:blipFill>
        <p:spPr>
          <a:xfrm>
            <a:off x="243840" y="3220721"/>
            <a:ext cx="4500880" cy="27567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6625CD-6C4B-7D4A-4E96-E1D0CC48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55" r="8111" b="59089"/>
          <a:stretch>
            <a:fillRect/>
          </a:stretch>
        </p:blipFill>
        <p:spPr>
          <a:xfrm>
            <a:off x="4744720" y="3220721"/>
            <a:ext cx="3962400" cy="27567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Launch Pricing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Fields: Product | Market | </a:t>
            </a:r>
            <a:r>
              <a:rPr dirty="0" err="1"/>
              <a:t>LaunchMonth</a:t>
            </a:r>
            <a:r>
              <a:rPr dirty="0"/>
              <a:t> | </a:t>
            </a:r>
            <a:r>
              <a:rPr dirty="0" err="1"/>
              <a:t>FinalPrice</a:t>
            </a:r>
            <a:r>
              <a:rPr dirty="0"/>
              <a:t> | </a:t>
            </a:r>
            <a:r>
              <a:rPr dirty="0" err="1"/>
              <a:t>ForecastRevenue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FD848-4E7E-E0A4-B8A4-8D8A53DEA6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590" r="43000"/>
          <a:stretch>
            <a:fillRect/>
          </a:stretch>
        </p:blipFill>
        <p:spPr>
          <a:xfrm>
            <a:off x="1016000" y="2237701"/>
            <a:ext cx="6908800" cy="4066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Data Validation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FX validation check</a:t>
            </a:r>
          </a:p>
          <a:p>
            <a:pPr lvl="1"/>
            <a:r>
              <a:t>Margin threshold alert (&lt;55%)</a:t>
            </a:r>
          </a:p>
          <a:p>
            <a:pPr lvl="1"/>
            <a:r>
              <a:t>Tax logic validation</a:t>
            </a:r>
          </a:p>
          <a:p>
            <a:pPr lvl="1"/>
            <a:r>
              <a:t>Product cost completeness check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B258D-EC6F-B919-880C-9A7FA8735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000" b="60527"/>
          <a:stretch>
            <a:fillRect/>
          </a:stretch>
        </p:blipFill>
        <p:spPr>
          <a:xfrm>
            <a:off x="822959" y="3283295"/>
            <a:ext cx="4114800" cy="2585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EFAFF-87ED-30D7-84DD-092E7378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22" t="1168" r="1556" b="69799"/>
          <a:stretch>
            <a:fillRect/>
          </a:stretch>
        </p:blipFill>
        <p:spPr>
          <a:xfrm>
            <a:off x="4937759" y="3287997"/>
            <a:ext cx="3495040" cy="2096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global price consistency</a:t>
            </a:r>
          </a:p>
          <a:p>
            <a:pPr lvl="1"/>
            <a:r>
              <a:t>Protects brand margin integrity</a:t>
            </a:r>
          </a:p>
          <a:p>
            <a:pPr lvl="1"/>
            <a:r>
              <a:t>Supports finance &amp; supply chain collaboration</a:t>
            </a:r>
          </a:p>
          <a:p>
            <a:pPr lvl="1"/>
            <a:r>
              <a:t>Enables data-driven launch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158</TotalTime>
  <Words>183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Global Pricing Simulation Engine</vt:lpstr>
      <vt:lpstr>Executive Context &amp; Pricing Risk</vt:lpstr>
      <vt:lpstr>Pricing Calculation Logic</vt:lpstr>
      <vt:lpstr>Data Model Architecture</vt:lpstr>
      <vt:lpstr>Executive Pricing Dashboard</vt:lpstr>
      <vt:lpstr>Market-Based Pricing Analysis</vt:lpstr>
      <vt:lpstr>Margin Monitoring &amp; Risk Control</vt:lpstr>
      <vt:lpstr>Product Launch Pricing Tracker</vt:lpstr>
      <vt:lpstr>Pricing Data Validation Framework</vt:lpstr>
      <vt:lpstr>Strategic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4</cp:revision>
  <dcterms:created xsi:type="dcterms:W3CDTF">2013-01-27T09:14:16Z</dcterms:created>
  <dcterms:modified xsi:type="dcterms:W3CDTF">2026-02-26T18:16:15Z</dcterms:modified>
  <cp:category/>
</cp:coreProperties>
</file>